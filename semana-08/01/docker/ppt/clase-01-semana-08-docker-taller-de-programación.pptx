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768BE1-1CDD-446E-B29E-C34D9AC937F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1CD6479-787D-422D-8963-670EE069B6E3}">
      <dgm:prSet/>
      <dgm:spPr/>
      <dgm:t>
        <a:bodyPr/>
        <a:lstStyle/>
        <a:p>
          <a:pPr>
            <a:defRPr cap="all"/>
          </a:pPr>
          <a:r>
            <a:rPr lang="es-ES"/>
            <a:t>Entender por qué usar contenedores (aislamiento y reproducibilidad)</a:t>
          </a:r>
          <a:endParaRPr lang="en-US"/>
        </a:p>
      </dgm:t>
    </dgm:pt>
    <dgm:pt modelId="{ADA7B6FB-BBD7-499F-8938-977513E6999C}" type="parTrans" cxnId="{FC649A30-D679-4693-B406-691963AEDDB8}">
      <dgm:prSet/>
      <dgm:spPr/>
      <dgm:t>
        <a:bodyPr/>
        <a:lstStyle/>
        <a:p>
          <a:endParaRPr lang="en-US"/>
        </a:p>
      </dgm:t>
    </dgm:pt>
    <dgm:pt modelId="{93D64984-C33D-458B-A80B-7E3991A7E7BD}" type="sibTrans" cxnId="{FC649A30-D679-4693-B406-691963AEDDB8}">
      <dgm:prSet/>
      <dgm:spPr/>
      <dgm:t>
        <a:bodyPr/>
        <a:lstStyle/>
        <a:p>
          <a:endParaRPr lang="en-US"/>
        </a:p>
      </dgm:t>
    </dgm:pt>
    <dgm:pt modelId="{EA3CDBE9-1A1B-4C43-8CCC-465EE9791283}">
      <dgm:prSet/>
      <dgm:spPr/>
      <dgm:t>
        <a:bodyPr/>
        <a:lstStyle/>
        <a:p>
          <a:pPr>
            <a:defRPr cap="all"/>
          </a:pPr>
          <a:r>
            <a:rPr lang="es-ES"/>
            <a:t>Levantar una base de datos Postgres en contenedor con datos persistentes.</a:t>
          </a:r>
          <a:endParaRPr lang="en-US"/>
        </a:p>
      </dgm:t>
    </dgm:pt>
    <dgm:pt modelId="{8E19D26F-450C-4032-B67B-33E7D84521DF}" type="parTrans" cxnId="{ACD965B8-13D6-4E9B-BB6F-B6846AF9F0E2}">
      <dgm:prSet/>
      <dgm:spPr/>
      <dgm:t>
        <a:bodyPr/>
        <a:lstStyle/>
        <a:p>
          <a:endParaRPr lang="en-US"/>
        </a:p>
      </dgm:t>
    </dgm:pt>
    <dgm:pt modelId="{FCE460C3-5CFA-4499-B687-16821A203482}" type="sibTrans" cxnId="{ACD965B8-13D6-4E9B-BB6F-B6846AF9F0E2}">
      <dgm:prSet/>
      <dgm:spPr/>
      <dgm:t>
        <a:bodyPr/>
        <a:lstStyle/>
        <a:p>
          <a:endParaRPr lang="en-US"/>
        </a:p>
      </dgm:t>
    </dgm:pt>
    <dgm:pt modelId="{45F0491D-9FCE-466D-BF41-CDABB1565AF3}">
      <dgm:prSet/>
      <dgm:spPr/>
      <dgm:t>
        <a:bodyPr/>
        <a:lstStyle/>
        <a:p>
          <a:pPr>
            <a:defRPr cap="all"/>
          </a:pPr>
          <a:r>
            <a:rPr lang="es-ES"/>
            <a:t>Levantar pgAdmin en contenedor y conectarse desde el navegador para ver/editar la BD.</a:t>
          </a:r>
          <a:endParaRPr lang="en-US"/>
        </a:p>
      </dgm:t>
    </dgm:pt>
    <dgm:pt modelId="{14026418-2659-4D06-818D-DD9BC79E65AC}" type="parTrans" cxnId="{F84FF009-EB8B-4DA6-AF68-F7F2F0C596D3}">
      <dgm:prSet/>
      <dgm:spPr/>
      <dgm:t>
        <a:bodyPr/>
        <a:lstStyle/>
        <a:p>
          <a:endParaRPr lang="en-US"/>
        </a:p>
      </dgm:t>
    </dgm:pt>
    <dgm:pt modelId="{34B88302-BD76-4A11-9006-8888FDAD5E44}" type="sibTrans" cxnId="{F84FF009-EB8B-4DA6-AF68-F7F2F0C596D3}">
      <dgm:prSet/>
      <dgm:spPr/>
      <dgm:t>
        <a:bodyPr/>
        <a:lstStyle/>
        <a:p>
          <a:endParaRPr lang="en-US"/>
        </a:p>
      </dgm:t>
    </dgm:pt>
    <dgm:pt modelId="{5FC7F02B-EFA6-43FB-8A55-A049868DA628}">
      <dgm:prSet/>
      <dgm:spPr/>
      <dgm:t>
        <a:bodyPr/>
        <a:lstStyle/>
        <a:p>
          <a:pPr>
            <a:defRPr cap="all"/>
          </a:pPr>
          <a:r>
            <a:rPr lang="es-ES"/>
            <a:t>Usar los comandos mínimos para gestionar servicios: docker run, docker ps, docker logs, docker exec; y docker-compose up/down.</a:t>
          </a:r>
          <a:endParaRPr lang="en-US"/>
        </a:p>
      </dgm:t>
    </dgm:pt>
    <dgm:pt modelId="{D6C551CF-0BBE-490B-8D30-2BF595A89C97}" type="parTrans" cxnId="{0AC4B3BC-861A-4468-A480-39D0FBC1D142}">
      <dgm:prSet/>
      <dgm:spPr/>
      <dgm:t>
        <a:bodyPr/>
        <a:lstStyle/>
        <a:p>
          <a:endParaRPr lang="en-US"/>
        </a:p>
      </dgm:t>
    </dgm:pt>
    <dgm:pt modelId="{55296569-6327-4A89-81E9-149C950712EC}" type="sibTrans" cxnId="{0AC4B3BC-861A-4468-A480-39D0FBC1D142}">
      <dgm:prSet/>
      <dgm:spPr/>
      <dgm:t>
        <a:bodyPr/>
        <a:lstStyle/>
        <a:p>
          <a:endParaRPr lang="en-US"/>
        </a:p>
      </dgm:t>
    </dgm:pt>
    <dgm:pt modelId="{4BD1867A-6049-4376-BAD8-AD12BBE7072B}">
      <dgm:prSet/>
      <dgm:spPr/>
      <dgm:t>
        <a:bodyPr/>
        <a:lstStyle/>
        <a:p>
          <a:pPr>
            <a:defRPr cap="all"/>
          </a:pPr>
          <a:r>
            <a:rPr lang="es-ES"/>
            <a:t>Saber cómo parar, borrar y limpiar volúmenes básicos (docker-compose down -v) y dónde mirar logs si algo falla.</a:t>
          </a:r>
          <a:endParaRPr lang="en-US"/>
        </a:p>
      </dgm:t>
    </dgm:pt>
    <dgm:pt modelId="{608D50E4-9EAC-456C-BA64-9A9CD5922317}" type="parTrans" cxnId="{FE61E73E-5461-4242-A033-06F1452130F5}">
      <dgm:prSet/>
      <dgm:spPr/>
      <dgm:t>
        <a:bodyPr/>
        <a:lstStyle/>
        <a:p>
          <a:endParaRPr lang="en-US"/>
        </a:p>
      </dgm:t>
    </dgm:pt>
    <dgm:pt modelId="{93B34247-9A08-4057-99AB-A3A46738F556}" type="sibTrans" cxnId="{FE61E73E-5461-4242-A033-06F1452130F5}">
      <dgm:prSet/>
      <dgm:spPr/>
      <dgm:t>
        <a:bodyPr/>
        <a:lstStyle/>
        <a:p>
          <a:endParaRPr lang="en-US"/>
        </a:p>
      </dgm:t>
    </dgm:pt>
    <dgm:pt modelId="{6F276DE4-D1A4-4880-8F04-02DD19D6D202}" type="pres">
      <dgm:prSet presAssocID="{D3768BE1-1CDD-446E-B29E-C34D9AC937F4}" presName="root" presStyleCnt="0">
        <dgm:presLayoutVars>
          <dgm:dir/>
          <dgm:resizeHandles val="exact"/>
        </dgm:presLayoutVars>
      </dgm:prSet>
      <dgm:spPr/>
    </dgm:pt>
    <dgm:pt modelId="{8E60888E-528B-4A25-BBAC-7ECE5E0BBE92}" type="pres">
      <dgm:prSet presAssocID="{81CD6479-787D-422D-8963-670EE069B6E3}" presName="compNode" presStyleCnt="0"/>
      <dgm:spPr/>
    </dgm:pt>
    <dgm:pt modelId="{F5698B61-B41B-442E-BB03-47B8606B2974}" type="pres">
      <dgm:prSet presAssocID="{81CD6479-787D-422D-8963-670EE069B6E3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A69F3CE-AEDC-4F3F-9195-7A092F33BA65}" type="pres">
      <dgm:prSet presAssocID="{81CD6479-787D-422D-8963-670EE069B6E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aso de precipitado"/>
        </a:ext>
      </dgm:extLst>
    </dgm:pt>
    <dgm:pt modelId="{F3A74D3A-6311-41F9-86FF-40214D5B7FF5}" type="pres">
      <dgm:prSet presAssocID="{81CD6479-787D-422D-8963-670EE069B6E3}" presName="spaceRect" presStyleCnt="0"/>
      <dgm:spPr/>
    </dgm:pt>
    <dgm:pt modelId="{DF9D4D52-753D-43FC-8395-AFCE71620212}" type="pres">
      <dgm:prSet presAssocID="{81CD6479-787D-422D-8963-670EE069B6E3}" presName="textRect" presStyleLbl="revTx" presStyleIdx="0" presStyleCnt="5">
        <dgm:presLayoutVars>
          <dgm:chMax val="1"/>
          <dgm:chPref val="1"/>
        </dgm:presLayoutVars>
      </dgm:prSet>
      <dgm:spPr/>
    </dgm:pt>
    <dgm:pt modelId="{B139B907-DB8B-4B8C-9FFC-CC8CD1B152C8}" type="pres">
      <dgm:prSet presAssocID="{93D64984-C33D-458B-A80B-7E3991A7E7BD}" presName="sibTrans" presStyleCnt="0"/>
      <dgm:spPr/>
    </dgm:pt>
    <dgm:pt modelId="{E4825850-5652-4B17-864E-2E2E24A229E5}" type="pres">
      <dgm:prSet presAssocID="{EA3CDBE9-1A1B-4C43-8CCC-465EE9791283}" presName="compNode" presStyleCnt="0"/>
      <dgm:spPr/>
    </dgm:pt>
    <dgm:pt modelId="{566D45D2-5F3E-4F30-AF99-8ED42BE74D21}" type="pres">
      <dgm:prSet presAssocID="{EA3CDBE9-1A1B-4C43-8CCC-465EE9791283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52B011F-A5B0-4773-8026-5F080145D758}" type="pres">
      <dgm:prSet presAssocID="{EA3CDBE9-1A1B-4C43-8CCC-465EE979128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3E20A021-2F64-4557-8C73-DCBAD9BBBACD}" type="pres">
      <dgm:prSet presAssocID="{EA3CDBE9-1A1B-4C43-8CCC-465EE9791283}" presName="spaceRect" presStyleCnt="0"/>
      <dgm:spPr/>
    </dgm:pt>
    <dgm:pt modelId="{0BF4541C-8BC4-4AEF-A06A-BA277AF79896}" type="pres">
      <dgm:prSet presAssocID="{EA3CDBE9-1A1B-4C43-8CCC-465EE9791283}" presName="textRect" presStyleLbl="revTx" presStyleIdx="1" presStyleCnt="5">
        <dgm:presLayoutVars>
          <dgm:chMax val="1"/>
          <dgm:chPref val="1"/>
        </dgm:presLayoutVars>
      </dgm:prSet>
      <dgm:spPr/>
    </dgm:pt>
    <dgm:pt modelId="{E5CC8E77-FE09-49C6-87F0-80B45DF5F61A}" type="pres">
      <dgm:prSet presAssocID="{FCE460C3-5CFA-4499-B687-16821A203482}" presName="sibTrans" presStyleCnt="0"/>
      <dgm:spPr/>
    </dgm:pt>
    <dgm:pt modelId="{A2317D3E-650D-4D6D-87D3-894AFDF0C62A}" type="pres">
      <dgm:prSet presAssocID="{45F0491D-9FCE-466D-BF41-CDABB1565AF3}" presName="compNode" presStyleCnt="0"/>
      <dgm:spPr/>
    </dgm:pt>
    <dgm:pt modelId="{2C007C83-629C-45A0-BF81-ECEC33467B23}" type="pres">
      <dgm:prSet presAssocID="{45F0491D-9FCE-466D-BF41-CDABB1565AF3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ECEB52B-027A-4311-B353-8FAA6F950C8C}" type="pres">
      <dgm:prSet presAssocID="{45F0491D-9FCE-466D-BF41-CDABB1565AF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CE0784E6-114D-492B-B43C-2178E7680FC3}" type="pres">
      <dgm:prSet presAssocID="{45F0491D-9FCE-466D-BF41-CDABB1565AF3}" presName="spaceRect" presStyleCnt="0"/>
      <dgm:spPr/>
    </dgm:pt>
    <dgm:pt modelId="{AE0821EF-35A1-4774-B755-73B0199630F5}" type="pres">
      <dgm:prSet presAssocID="{45F0491D-9FCE-466D-BF41-CDABB1565AF3}" presName="textRect" presStyleLbl="revTx" presStyleIdx="2" presStyleCnt="5">
        <dgm:presLayoutVars>
          <dgm:chMax val="1"/>
          <dgm:chPref val="1"/>
        </dgm:presLayoutVars>
      </dgm:prSet>
      <dgm:spPr/>
    </dgm:pt>
    <dgm:pt modelId="{74C78F1C-1152-40B3-A847-698EFDAF1B48}" type="pres">
      <dgm:prSet presAssocID="{34B88302-BD76-4A11-9006-8888FDAD5E44}" presName="sibTrans" presStyleCnt="0"/>
      <dgm:spPr/>
    </dgm:pt>
    <dgm:pt modelId="{915EDDC1-1CB3-4118-B32A-53CA6C0ECEE6}" type="pres">
      <dgm:prSet presAssocID="{5FC7F02B-EFA6-43FB-8A55-A049868DA628}" presName="compNode" presStyleCnt="0"/>
      <dgm:spPr/>
    </dgm:pt>
    <dgm:pt modelId="{40FB3694-8BC2-4825-9859-0609E6173A36}" type="pres">
      <dgm:prSet presAssocID="{5FC7F02B-EFA6-43FB-8A55-A049868DA628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1278278-ED63-4CE7-8B97-7A3172F40C30}" type="pres">
      <dgm:prSet presAssocID="{5FC7F02B-EFA6-43FB-8A55-A049868DA62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D12743AE-47AA-49C7-9871-7D27293BCFD6}" type="pres">
      <dgm:prSet presAssocID="{5FC7F02B-EFA6-43FB-8A55-A049868DA628}" presName="spaceRect" presStyleCnt="0"/>
      <dgm:spPr/>
    </dgm:pt>
    <dgm:pt modelId="{9D95B706-525F-4563-88F7-A21735042D7C}" type="pres">
      <dgm:prSet presAssocID="{5FC7F02B-EFA6-43FB-8A55-A049868DA628}" presName="textRect" presStyleLbl="revTx" presStyleIdx="3" presStyleCnt="5">
        <dgm:presLayoutVars>
          <dgm:chMax val="1"/>
          <dgm:chPref val="1"/>
        </dgm:presLayoutVars>
      </dgm:prSet>
      <dgm:spPr/>
    </dgm:pt>
    <dgm:pt modelId="{2D9A2B63-D635-4982-88A7-CB3DAF2CD8F3}" type="pres">
      <dgm:prSet presAssocID="{55296569-6327-4A89-81E9-149C950712EC}" presName="sibTrans" presStyleCnt="0"/>
      <dgm:spPr/>
    </dgm:pt>
    <dgm:pt modelId="{0579542E-9352-4D87-A41B-729F245880EE}" type="pres">
      <dgm:prSet presAssocID="{4BD1867A-6049-4376-BAD8-AD12BBE7072B}" presName="compNode" presStyleCnt="0"/>
      <dgm:spPr/>
    </dgm:pt>
    <dgm:pt modelId="{911F889B-63CC-40B0-90FB-879A6409DB61}" type="pres">
      <dgm:prSet presAssocID="{4BD1867A-6049-4376-BAD8-AD12BBE7072B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C7516B0-6D46-4441-B244-E809A134A8E5}" type="pres">
      <dgm:prSet presAssocID="{4BD1867A-6049-4376-BAD8-AD12BBE7072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rrador"/>
        </a:ext>
      </dgm:extLst>
    </dgm:pt>
    <dgm:pt modelId="{95AD4355-1B6C-491B-A7F7-C8CDF40777A7}" type="pres">
      <dgm:prSet presAssocID="{4BD1867A-6049-4376-BAD8-AD12BBE7072B}" presName="spaceRect" presStyleCnt="0"/>
      <dgm:spPr/>
    </dgm:pt>
    <dgm:pt modelId="{7D1960EA-C1E0-4936-8E48-0D873B96C4A8}" type="pres">
      <dgm:prSet presAssocID="{4BD1867A-6049-4376-BAD8-AD12BBE7072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84FF009-EB8B-4DA6-AF68-F7F2F0C596D3}" srcId="{D3768BE1-1CDD-446E-B29E-C34D9AC937F4}" destId="{45F0491D-9FCE-466D-BF41-CDABB1565AF3}" srcOrd="2" destOrd="0" parTransId="{14026418-2659-4D06-818D-DD9BC79E65AC}" sibTransId="{34B88302-BD76-4A11-9006-8888FDAD5E44}"/>
    <dgm:cxn modelId="{E87E400B-6489-4EC2-ABA4-1183149BD054}" type="presOf" srcId="{4BD1867A-6049-4376-BAD8-AD12BBE7072B}" destId="{7D1960EA-C1E0-4936-8E48-0D873B96C4A8}" srcOrd="0" destOrd="0" presId="urn:microsoft.com/office/officeart/2018/5/layout/IconLeafLabelList"/>
    <dgm:cxn modelId="{14D9D510-737A-49EB-944A-71D6AB5F98F2}" type="presOf" srcId="{EA3CDBE9-1A1B-4C43-8CCC-465EE9791283}" destId="{0BF4541C-8BC4-4AEF-A06A-BA277AF79896}" srcOrd="0" destOrd="0" presId="urn:microsoft.com/office/officeart/2018/5/layout/IconLeafLabelList"/>
    <dgm:cxn modelId="{FC649A30-D679-4693-B406-691963AEDDB8}" srcId="{D3768BE1-1CDD-446E-B29E-C34D9AC937F4}" destId="{81CD6479-787D-422D-8963-670EE069B6E3}" srcOrd="0" destOrd="0" parTransId="{ADA7B6FB-BBD7-499F-8938-977513E6999C}" sibTransId="{93D64984-C33D-458B-A80B-7E3991A7E7BD}"/>
    <dgm:cxn modelId="{FE61E73E-5461-4242-A033-06F1452130F5}" srcId="{D3768BE1-1CDD-446E-B29E-C34D9AC937F4}" destId="{4BD1867A-6049-4376-BAD8-AD12BBE7072B}" srcOrd="4" destOrd="0" parTransId="{608D50E4-9EAC-456C-BA64-9A9CD5922317}" sibTransId="{93B34247-9A08-4057-99AB-A3A46738F556}"/>
    <dgm:cxn modelId="{7889738A-644A-4F76-AF1C-C722F9DB87E0}" type="presOf" srcId="{D3768BE1-1CDD-446E-B29E-C34D9AC937F4}" destId="{6F276DE4-D1A4-4880-8F04-02DD19D6D202}" srcOrd="0" destOrd="0" presId="urn:microsoft.com/office/officeart/2018/5/layout/IconLeafLabelList"/>
    <dgm:cxn modelId="{A48D029D-A91D-45DF-9D05-0C27BE9F366C}" type="presOf" srcId="{45F0491D-9FCE-466D-BF41-CDABB1565AF3}" destId="{AE0821EF-35A1-4774-B755-73B0199630F5}" srcOrd="0" destOrd="0" presId="urn:microsoft.com/office/officeart/2018/5/layout/IconLeafLabelList"/>
    <dgm:cxn modelId="{C2A1D0A3-9A4C-44BF-A725-7B51F6F6F9A3}" type="presOf" srcId="{81CD6479-787D-422D-8963-670EE069B6E3}" destId="{DF9D4D52-753D-43FC-8395-AFCE71620212}" srcOrd="0" destOrd="0" presId="urn:microsoft.com/office/officeart/2018/5/layout/IconLeafLabelList"/>
    <dgm:cxn modelId="{ACD965B8-13D6-4E9B-BB6F-B6846AF9F0E2}" srcId="{D3768BE1-1CDD-446E-B29E-C34D9AC937F4}" destId="{EA3CDBE9-1A1B-4C43-8CCC-465EE9791283}" srcOrd="1" destOrd="0" parTransId="{8E19D26F-450C-4032-B67B-33E7D84521DF}" sibTransId="{FCE460C3-5CFA-4499-B687-16821A203482}"/>
    <dgm:cxn modelId="{0AC4B3BC-861A-4468-A480-39D0FBC1D142}" srcId="{D3768BE1-1CDD-446E-B29E-C34D9AC937F4}" destId="{5FC7F02B-EFA6-43FB-8A55-A049868DA628}" srcOrd="3" destOrd="0" parTransId="{D6C551CF-0BBE-490B-8D30-2BF595A89C97}" sibTransId="{55296569-6327-4A89-81E9-149C950712EC}"/>
    <dgm:cxn modelId="{5B5655D9-1FE7-4A43-BBDE-C17C86A133E4}" type="presOf" srcId="{5FC7F02B-EFA6-43FB-8A55-A049868DA628}" destId="{9D95B706-525F-4563-88F7-A21735042D7C}" srcOrd="0" destOrd="0" presId="urn:microsoft.com/office/officeart/2018/5/layout/IconLeafLabelList"/>
    <dgm:cxn modelId="{19F3AB7E-0F42-4761-A181-BCA8062FFFBE}" type="presParOf" srcId="{6F276DE4-D1A4-4880-8F04-02DD19D6D202}" destId="{8E60888E-528B-4A25-BBAC-7ECE5E0BBE92}" srcOrd="0" destOrd="0" presId="urn:microsoft.com/office/officeart/2018/5/layout/IconLeafLabelList"/>
    <dgm:cxn modelId="{86189C67-D2C9-4448-803C-96441F46E4EA}" type="presParOf" srcId="{8E60888E-528B-4A25-BBAC-7ECE5E0BBE92}" destId="{F5698B61-B41B-442E-BB03-47B8606B2974}" srcOrd="0" destOrd="0" presId="urn:microsoft.com/office/officeart/2018/5/layout/IconLeafLabelList"/>
    <dgm:cxn modelId="{9A6EC86E-CBC5-4520-992E-3D834D48469C}" type="presParOf" srcId="{8E60888E-528B-4A25-BBAC-7ECE5E0BBE92}" destId="{EA69F3CE-AEDC-4F3F-9195-7A092F33BA65}" srcOrd="1" destOrd="0" presId="urn:microsoft.com/office/officeart/2018/5/layout/IconLeafLabelList"/>
    <dgm:cxn modelId="{B128CC7F-0D2B-4F4B-A852-35129699376A}" type="presParOf" srcId="{8E60888E-528B-4A25-BBAC-7ECE5E0BBE92}" destId="{F3A74D3A-6311-41F9-86FF-40214D5B7FF5}" srcOrd="2" destOrd="0" presId="urn:microsoft.com/office/officeart/2018/5/layout/IconLeafLabelList"/>
    <dgm:cxn modelId="{39D361E3-4DAE-4C93-98A8-363D69C14359}" type="presParOf" srcId="{8E60888E-528B-4A25-BBAC-7ECE5E0BBE92}" destId="{DF9D4D52-753D-43FC-8395-AFCE71620212}" srcOrd="3" destOrd="0" presId="urn:microsoft.com/office/officeart/2018/5/layout/IconLeafLabelList"/>
    <dgm:cxn modelId="{213D4509-2CD9-442E-8FA9-C8E5376EA290}" type="presParOf" srcId="{6F276DE4-D1A4-4880-8F04-02DD19D6D202}" destId="{B139B907-DB8B-4B8C-9FFC-CC8CD1B152C8}" srcOrd="1" destOrd="0" presId="urn:microsoft.com/office/officeart/2018/5/layout/IconLeafLabelList"/>
    <dgm:cxn modelId="{E3540D58-48B9-40A3-98E9-10D5E8382A02}" type="presParOf" srcId="{6F276DE4-D1A4-4880-8F04-02DD19D6D202}" destId="{E4825850-5652-4B17-864E-2E2E24A229E5}" srcOrd="2" destOrd="0" presId="urn:microsoft.com/office/officeart/2018/5/layout/IconLeafLabelList"/>
    <dgm:cxn modelId="{B2EB8128-2327-4D34-A964-FD1670C053A9}" type="presParOf" srcId="{E4825850-5652-4B17-864E-2E2E24A229E5}" destId="{566D45D2-5F3E-4F30-AF99-8ED42BE74D21}" srcOrd="0" destOrd="0" presId="urn:microsoft.com/office/officeart/2018/5/layout/IconLeafLabelList"/>
    <dgm:cxn modelId="{53ED76D5-2C87-47E3-AF8C-5AE6A44DF78C}" type="presParOf" srcId="{E4825850-5652-4B17-864E-2E2E24A229E5}" destId="{C52B011F-A5B0-4773-8026-5F080145D758}" srcOrd="1" destOrd="0" presId="urn:microsoft.com/office/officeart/2018/5/layout/IconLeafLabelList"/>
    <dgm:cxn modelId="{7B9954E3-5593-4114-893D-F6A38A9AEF07}" type="presParOf" srcId="{E4825850-5652-4B17-864E-2E2E24A229E5}" destId="{3E20A021-2F64-4557-8C73-DCBAD9BBBACD}" srcOrd="2" destOrd="0" presId="urn:microsoft.com/office/officeart/2018/5/layout/IconLeafLabelList"/>
    <dgm:cxn modelId="{291CEDC4-21C5-4AD5-8B52-EFDBD4474CD4}" type="presParOf" srcId="{E4825850-5652-4B17-864E-2E2E24A229E5}" destId="{0BF4541C-8BC4-4AEF-A06A-BA277AF79896}" srcOrd="3" destOrd="0" presId="urn:microsoft.com/office/officeart/2018/5/layout/IconLeafLabelList"/>
    <dgm:cxn modelId="{7E9F94D7-D6EA-45E9-89FF-1F8E17E6F932}" type="presParOf" srcId="{6F276DE4-D1A4-4880-8F04-02DD19D6D202}" destId="{E5CC8E77-FE09-49C6-87F0-80B45DF5F61A}" srcOrd="3" destOrd="0" presId="urn:microsoft.com/office/officeart/2018/5/layout/IconLeafLabelList"/>
    <dgm:cxn modelId="{DEE18407-AA5C-4D08-85CA-5E6FBC167DE1}" type="presParOf" srcId="{6F276DE4-D1A4-4880-8F04-02DD19D6D202}" destId="{A2317D3E-650D-4D6D-87D3-894AFDF0C62A}" srcOrd="4" destOrd="0" presId="urn:microsoft.com/office/officeart/2018/5/layout/IconLeafLabelList"/>
    <dgm:cxn modelId="{F76DB530-6115-4F4D-9F0B-08990CB8C012}" type="presParOf" srcId="{A2317D3E-650D-4D6D-87D3-894AFDF0C62A}" destId="{2C007C83-629C-45A0-BF81-ECEC33467B23}" srcOrd="0" destOrd="0" presId="urn:microsoft.com/office/officeart/2018/5/layout/IconLeafLabelList"/>
    <dgm:cxn modelId="{C37E0FD0-9C55-42D9-8A58-FBD3E9CAFB45}" type="presParOf" srcId="{A2317D3E-650D-4D6D-87D3-894AFDF0C62A}" destId="{BECEB52B-027A-4311-B353-8FAA6F950C8C}" srcOrd="1" destOrd="0" presId="urn:microsoft.com/office/officeart/2018/5/layout/IconLeafLabelList"/>
    <dgm:cxn modelId="{40891A67-B4FE-4F2E-A3C6-562DE75FF3C4}" type="presParOf" srcId="{A2317D3E-650D-4D6D-87D3-894AFDF0C62A}" destId="{CE0784E6-114D-492B-B43C-2178E7680FC3}" srcOrd="2" destOrd="0" presId="urn:microsoft.com/office/officeart/2018/5/layout/IconLeafLabelList"/>
    <dgm:cxn modelId="{35902835-9CC6-4730-A901-6D38A0179310}" type="presParOf" srcId="{A2317D3E-650D-4D6D-87D3-894AFDF0C62A}" destId="{AE0821EF-35A1-4774-B755-73B0199630F5}" srcOrd="3" destOrd="0" presId="urn:microsoft.com/office/officeart/2018/5/layout/IconLeafLabelList"/>
    <dgm:cxn modelId="{F35568F8-B321-410F-8127-AC7CDE39BCEC}" type="presParOf" srcId="{6F276DE4-D1A4-4880-8F04-02DD19D6D202}" destId="{74C78F1C-1152-40B3-A847-698EFDAF1B48}" srcOrd="5" destOrd="0" presId="urn:microsoft.com/office/officeart/2018/5/layout/IconLeafLabelList"/>
    <dgm:cxn modelId="{92723510-4C4B-46D2-ACD2-D5295403EC82}" type="presParOf" srcId="{6F276DE4-D1A4-4880-8F04-02DD19D6D202}" destId="{915EDDC1-1CB3-4118-B32A-53CA6C0ECEE6}" srcOrd="6" destOrd="0" presId="urn:microsoft.com/office/officeart/2018/5/layout/IconLeafLabelList"/>
    <dgm:cxn modelId="{2ADF094E-BCE2-4CFC-BBAD-53415C3736CB}" type="presParOf" srcId="{915EDDC1-1CB3-4118-B32A-53CA6C0ECEE6}" destId="{40FB3694-8BC2-4825-9859-0609E6173A36}" srcOrd="0" destOrd="0" presId="urn:microsoft.com/office/officeart/2018/5/layout/IconLeafLabelList"/>
    <dgm:cxn modelId="{318FF9C9-502A-4360-99CB-CD9A2866CFB2}" type="presParOf" srcId="{915EDDC1-1CB3-4118-B32A-53CA6C0ECEE6}" destId="{91278278-ED63-4CE7-8B97-7A3172F40C30}" srcOrd="1" destOrd="0" presId="urn:microsoft.com/office/officeart/2018/5/layout/IconLeafLabelList"/>
    <dgm:cxn modelId="{859BBE1E-19F8-401A-B61F-8DCEF1905869}" type="presParOf" srcId="{915EDDC1-1CB3-4118-B32A-53CA6C0ECEE6}" destId="{D12743AE-47AA-49C7-9871-7D27293BCFD6}" srcOrd="2" destOrd="0" presId="urn:microsoft.com/office/officeart/2018/5/layout/IconLeafLabelList"/>
    <dgm:cxn modelId="{1E07EA78-2645-4E88-A743-A0BA8ABD7044}" type="presParOf" srcId="{915EDDC1-1CB3-4118-B32A-53CA6C0ECEE6}" destId="{9D95B706-525F-4563-88F7-A21735042D7C}" srcOrd="3" destOrd="0" presId="urn:microsoft.com/office/officeart/2018/5/layout/IconLeafLabelList"/>
    <dgm:cxn modelId="{3D7FE13E-5CAF-407F-A43F-6D6597D7526F}" type="presParOf" srcId="{6F276DE4-D1A4-4880-8F04-02DD19D6D202}" destId="{2D9A2B63-D635-4982-88A7-CB3DAF2CD8F3}" srcOrd="7" destOrd="0" presId="urn:microsoft.com/office/officeart/2018/5/layout/IconLeafLabelList"/>
    <dgm:cxn modelId="{7B6214F0-BC5B-45FA-AF4D-7E1424368BF4}" type="presParOf" srcId="{6F276DE4-D1A4-4880-8F04-02DD19D6D202}" destId="{0579542E-9352-4D87-A41B-729F245880EE}" srcOrd="8" destOrd="0" presId="urn:microsoft.com/office/officeart/2018/5/layout/IconLeafLabelList"/>
    <dgm:cxn modelId="{ECCED181-57EC-4DCD-A88D-FA6F97B572A3}" type="presParOf" srcId="{0579542E-9352-4D87-A41B-729F245880EE}" destId="{911F889B-63CC-40B0-90FB-879A6409DB61}" srcOrd="0" destOrd="0" presId="urn:microsoft.com/office/officeart/2018/5/layout/IconLeafLabelList"/>
    <dgm:cxn modelId="{863550E3-7A4D-449D-B802-82398791E462}" type="presParOf" srcId="{0579542E-9352-4D87-A41B-729F245880EE}" destId="{0C7516B0-6D46-4441-B244-E809A134A8E5}" srcOrd="1" destOrd="0" presId="urn:microsoft.com/office/officeart/2018/5/layout/IconLeafLabelList"/>
    <dgm:cxn modelId="{474D73E5-0296-4B4A-80B4-D27EBE72B60D}" type="presParOf" srcId="{0579542E-9352-4D87-A41B-729F245880EE}" destId="{95AD4355-1B6C-491B-A7F7-C8CDF40777A7}" srcOrd="2" destOrd="0" presId="urn:microsoft.com/office/officeart/2018/5/layout/IconLeafLabelList"/>
    <dgm:cxn modelId="{505D579D-D31B-4469-89D4-04D7F4AEF009}" type="presParOf" srcId="{0579542E-9352-4D87-A41B-729F245880EE}" destId="{7D1960EA-C1E0-4936-8E48-0D873B96C4A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98B61-B41B-442E-BB03-47B8606B2974}">
      <dsp:nvSpPr>
        <dsp:cNvPr id="0" name=""/>
        <dsp:cNvSpPr/>
      </dsp:nvSpPr>
      <dsp:spPr>
        <a:xfrm>
          <a:off x="767725" y="89758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69F3CE-AEDC-4F3F-9195-7A092F33BA65}">
      <dsp:nvSpPr>
        <dsp:cNvPr id="0" name=""/>
        <dsp:cNvSpPr/>
      </dsp:nvSpPr>
      <dsp:spPr>
        <a:xfrm>
          <a:off x="1001725" y="113158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D4D52-753D-43FC-8395-AFCE71620212}">
      <dsp:nvSpPr>
        <dsp:cNvPr id="0" name=""/>
        <dsp:cNvSpPr/>
      </dsp:nvSpPr>
      <dsp:spPr>
        <a:xfrm>
          <a:off x="416725" y="2337582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Entender por qué usar contenedores (aislamiento y reproducibilidad)</a:t>
          </a:r>
          <a:endParaRPr lang="en-US" sz="1100" kern="1200"/>
        </a:p>
      </dsp:txBody>
      <dsp:txXfrm>
        <a:off x="416725" y="2337582"/>
        <a:ext cx="1800000" cy="922500"/>
      </dsp:txXfrm>
    </dsp:sp>
    <dsp:sp modelId="{566D45D2-5F3E-4F30-AF99-8ED42BE74D21}">
      <dsp:nvSpPr>
        <dsp:cNvPr id="0" name=""/>
        <dsp:cNvSpPr/>
      </dsp:nvSpPr>
      <dsp:spPr>
        <a:xfrm>
          <a:off x="2882725" y="89758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B011F-A5B0-4773-8026-5F080145D758}">
      <dsp:nvSpPr>
        <dsp:cNvPr id="0" name=""/>
        <dsp:cNvSpPr/>
      </dsp:nvSpPr>
      <dsp:spPr>
        <a:xfrm>
          <a:off x="3116725" y="113158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4541C-8BC4-4AEF-A06A-BA277AF79896}">
      <dsp:nvSpPr>
        <dsp:cNvPr id="0" name=""/>
        <dsp:cNvSpPr/>
      </dsp:nvSpPr>
      <dsp:spPr>
        <a:xfrm>
          <a:off x="2531725" y="2337582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Levantar una base de datos Postgres en contenedor con datos persistentes.</a:t>
          </a:r>
          <a:endParaRPr lang="en-US" sz="1100" kern="1200"/>
        </a:p>
      </dsp:txBody>
      <dsp:txXfrm>
        <a:off x="2531725" y="2337582"/>
        <a:ext cx="1800000" cy="922500"/>
      </dsp:txXfrm>
    </dsp:sp>
    <dsp:sp modelId="{2C007C83-629C-45A0-BF81-ECEC33467B23}">
      <dsp:nvSpPr>
        <dsp:cNvPr id="0" name=""/>
        <dsp:cNvSpPr/>
      </dsp:nvSpPr>
      <dsp:spPr>
        <a:xfrm>
          <a:off x="4997725" y="89758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EB52B-027A-4311-B353-8FAA6F950C8C}">
      <dsp:nvSpPr>
        <dsp:cNvPr id="0" name=""/>
        <dsp:cNvSpPr/>
      </dsp:nvSpPr>
      <dsp:spPr>
        <a:xfrm>
          <a:off x="5231725" y="113158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821EF-35A1-4774-B755-73B0199630F5}">
      <dsp:nvSpPr>
        <dsp:cNvPr id="0" name=""/>
        <dsp:cNvSpPr/>
      </dsp:nvSpPr>
      <dsp:spPr>
        <a:xfrm>
          <a:off x="4646725" y="2337582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Levantar pgAdmin en contenedor y conectarse desde el navegador para ver/editar la BD.</a:t>
          </a:r>
          <a:endParaRPr lang="en-US" sz="1100" kern="1200"/>
        </a:p>
      </dsp:txBody>
      <dsp:txXfrm>
        <a:off x="4646725" y="2337582"/>
        <a:ext cx="1800000" cy="922500"/>
      </dsp:txXfrm>
    </dsp:sp>
    <dsp:sp modelId="{40FB3694-8BC2-4825-9859-0609E6173A36}">
      <dsp:nvSpPr>
        <dsp:cNvPr id="0" name=""/>
        <dsp:cNvSpPr/>
      </dsp:nvSpPr>
      <dsp:spPr>
        <a:xfrm>
          <a:off x="7112725" y="89758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278278-ED63-4CE7-8B97-7A3172F40C30}">
      <dsp:nvSpPr>
        <dsp:cNvPr id="0" name=""/>
        <dsp:cNvSpPr/>
      </dsp:nvSpPr>
      <dsp:spPr>
        <a:xfrm>
          <a:off x="7346725" y="113158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5B706-525F-4563-88F7-A21735042D7C}">
      <dsp:nvSpPr>
        <dsp:cNvPr id="0" name=""/>
        <dsp:cNvSpPr/>
      </dsp:nvSpPr>
      <dsp:spPr>
        <a:xfrm>
          <a:off x="6761725" y="2337582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Usar los comandos mínimos para gestionar servicios: docker run, docker ps, docker logs, docker exec; y docker-compose up/down.</a:t>
          </a:r>
          <a:endParaRPr lang="en-US" sz="1100" kern="1200"/>
        </a:p>
      </dsp:txBody>
      <dsp:txXfrm>
        <a:off x="6761725" y="2337582"/>
        <a:ext cx="1800000" cy="922500"/>
      </dsp:txXfrm>
    </dsp:sp>
    <dsp:sp modelId="{911F889B-63CC-40B0-90FB-879A6409DB61}">
      <dsp:nvSpPr>
        <dsp:cNvPr id="0" name=""/>
        <dsp:cNvSpPr/>
      </dsp:nvSpPr>
      <dsp:spPr>
        <a:xfrm>
          <a:off x="9227725" y="89758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516B0-6D46-4441-B244-E809A134A8E5}">
      <dsp:nvSpPr>
        <dsp:cNvPr id="0" name=""/>
        <dsp:cNvSpPr/>
      </dsp:nvSpPr>
      <dsp:spPr>
        <a:xfrm>
          <a:off x="9461725" y="113158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960EA-C1E0-4936-8E48-0D873B96C4A8}">
      <dsp:nvSpPr>
        <dsp:cNvPr id="0" name=""/>
        <dsp:cNvSpPr/>
      </dsp:nvSpPr>
      <dsp:spPr>
        <a:xfrm>
          <a:off x="8876725" y="2337582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Saber cómo parar, borrar y limpiar volúmenes básicos (docker-compose down -v) y dónde mirar logs si algo falla.</a:t>
          </a:r>
          <a:endParaRPr lang="en-US" sz="1100" kern="1200"/>
        </a:p>
      </dsp:txBody>
      <dsp:txXfrm>
        <a:off x="8876725" y="2337582"/>
        <a:ext cx="1800000" cy="92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5FEC5-3A45-54A0-DB94-040D39C79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D27092-4B2D-5723-0BFE-25620A29F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14E3C7-A3A1-133A-6F0B-007171AE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089EB4-A997-1E0C-9AF8-42220F85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FED483-D00D-7128-FBD1-490BCF70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288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0195E-AB61-5046-1435-A93FF3702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D46D79-6236-35FA-A6BF-F10875757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58B826-1005-FD88-B367-CAA939CB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8A29A7-2494-5277-EB59-F08ACD26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B96776-3230-961C-AC69-AD645A5C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673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43718-7259-31AE-43EB-373B8DE5A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AEBB77-DD6E-E451-7026-5F4C6D1E3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EEF716-8EAB-617B-66DF-807652A44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86337C-552C-A623-C60B-685AB2EC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E8692B-DDB0-FB08-1F9B-5A9C2EBD3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125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37D4B-2066-2E42-E171-786DB637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4627C9-B3E6-251E-407E-D01361878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39A1DB-2F91-C0EB-FEFA-A5148C3D5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9E9E39-CD06-7D04-9C33-0B140024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4F3C5D-BB5D-2CC3-7373-E0480040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8241EB-962A-37B1-1DD2-432AE3037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CCAB2-F764-D8A1-1202-BD3598147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380529-463B-9D1D-89DC-694C60121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DFBC0F-70B5-BA4A-7D9F-98562BACA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9CBAFC-8A46-3086-EC64-33A3E7E39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B68F0A-C65F-9EE2-3116-1885B1B8A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15FA23-6BDF-D035-11A2-AB9A61500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DF4DE4-6ED2-8FFA-8F32-9311D41F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C193757-ECD4-CC58-8D2A-9F0E3869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661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C63FE-9887-71EB-117A-C39CE2E7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828252-62E0-0BA9-0885-C61C2529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14346D-137E-D201-6683-5E8855522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2DB829-4184-C966-CAE4-395AC54A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745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F07DA8-004F-7FCA-94D4-62348EF4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9890D71-2823-722E-32BF-5A67956F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262811-271C-F105-7736-DBEFA735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35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9E858-B311-8426-9928-DEA19EAB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DAC862-6591-5288-8339-CB495AF99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995976-566C-7A95-CE82-1BD589E88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E47C05-BCE9-5C3B-6D62-A9637DEC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0858A5-A491-3FDE-DB23-4DC938926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736443-CD29-E3B3-7921-77820C63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7915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652DB-C772-DDBA-AB01-A6D154C1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B215ABD-74E9-F461-42D6-D7AA97A07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15AB5E-6257-5863-4F7B-C12BE06C9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0676B2-6213-63A8-6B4C-82C9D9895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CB5961-BF77-C222-BACB-47225AEA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3C4A40-1685-88CE-27A2-DFD901A0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387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B19C3-4ED4-A4A6-A55B-4BA68AEB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E49420-B41B-2B3E-1484-015A51B7F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42CDA2-801F-9A83-42D7-3DEE4F44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E4CED7-89FB-225F-DD65-BE00272F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86DEB-243A-8521-7CFD-25B73DC6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585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29CC0C-E2EC-CC8B-A2EE-D92DCA11F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4AC183-C43B-F144-8D3A-96925B4B4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A8AE9A-17A2-E74C-C020-EC10E0B2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FDAD51-2C60-7A2E-957A-1295891D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D4674-8BE6-70C8-17C8-E6363B27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081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C41D9B2-1276-02D5-457D-600996E2F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C7F82E-7B49-D11E-1C51-54D9C5C6C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57A93E-CEA9-2E02-1A93-9176A9955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A9DAC-FE68-4FEE-951D-1C55DDF8CE2B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33656-34B0-8845-140F-04FCF5F97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DCC5D5-971B-66BF-65D2-0EE4A994B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00D94-79CC-4E6D-9180-01008E3FCF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926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7" name="Rectangle 11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06194D-E763-FB61-336F-EEDD1AB18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58" y="244742"/>
            <a:ext cx="7015498" cy="1235225"/>
          </a:xfrm>
        </p:spPr>
        <p:txBody>
          <a:bodyPr anchor="ctr">
            <a:normAutofit/>
          </a:bodyPr>
          <a:lstStyle/>
          <a:p>
            <a:pPr algn="l"/>
            <a:r>
              <a:rPr lang="es-CL" sz="3600"/>
              <a:t>Docker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BB2AA6-0599-DC22-5A04-20E934C35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057" y="244741"/>
            <a:ext cx="4114801" cy="1235226"/>
          </a:xfrm>
        </p:spPr>
        <p:txBody>
          <a:bodyPr anchor="ctr">
            <a:normAutofit/>
          </a:bodyPr>
          <a:lstStyle/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s-CL" sz="2000"/>
              <a:t>Lunes 29 de Septiembre, 2025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s-CL" sz="2000"/>
              <a:t>Taller de Programación, AIEP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259C1A-51E9-50E0-47F9-871C21E65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801" y="3029599"/>
            <a:ext cx="10668003" cy="25358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4818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6A1D3E4-3E9C-CB21-99AE-636D1D8BE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s-ES" sz="4000"/>
              <a:t>🎯 Objetivos de la Clase</a:t>
            </a:r>
            <a:endParaRPr lang="es-CL" sz="400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EDEA8DA-50FA-B000-F8CC-0A1C1F3C12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932722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657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Texto, Carta&#10;&#10;Descripción generada automáticamente">
            <a:extLst>
              <a:ext uri="{FF2B5EF4-FFF2-40B4-BE49-F238E27FC236}">
                <a16:creationId xmlns:a16="http://schemas.microsoft.com/office/drawing/2014/main" id="{5A24C55D-C89A-9B18-B13E-A9717F8D2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2" y="1176023"/>
            <a:ext cx="11222016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32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Diagrama, Aplicación&#10;&#10;Descripción generada automáticamente">
            <a:extLst>
              <a:ext uri="{FF2B5EF4-FFF2-40B4-BE49-F238E27FC236}">
                <a16:creationId xmlns:a16="http://schemas.microsoft.com/office/drawing/2014/main" id="{5109D6B5-3A6D-CDDD-CB7F-F85C4DBB6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87" y="2017444"/>
            <a:ext cx="11540425" cy="2823112"/>
          </a:xfrm>
        </p:spPr>
      </p:pic>
    </p:spTree>
    <p:extLst>
      <p:ext uri="{BB962C8B-B14F-4D97-AF65-F5344CB8AC3E}">
        <p14:creationId xmlns:p14="http://schemas.microsoft.com/office/powerpoint/2010/main" val="4167324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7CA686BD-948E-BF85-3294-6B1BFAA9C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3" y="575864"/>
            <a:ext cx="11279174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450FDEC2-24DF-3C9F-ECC8-D8C7BF2DB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78" y="2131803"/>
            <a:ext cx="9664846" cy="241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10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15482C3-5893-90F9-D488-BF65305C2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86" y="2507566"/>
            <a:ext cx="11352628" cy="184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93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Imagen 10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0C94411-F1C0-83CF-A728-71F0E233C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577" y="1286934"/>
            <a:ext cx="8294847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99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33C31B0-37D6-E36F-9F70-2A9C52E01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365755"/>
            <a:ext cx="10905066" cy="2126488"/>
          </a:xfrm>
          <a:prstGeom prst="rect">
            <a:avLst/>
          </a:prstGeom>
          <a:ln>
            <a:noFill/>
          </a:ln>
        </p:spPr>
      </p:pic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91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D7D528D-FFA1-6B41-3FEB-A59EB7EE2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78" y="1829777"/>
            <a:ext cx="9664846" cy="302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13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F7687CC9-5FE8-71AC-BD2E-46900CECE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800" y="-2544"/>
            <a:ext cx="4934639" cy="664508"/>
          </a:xfrm>
          <a:prstGeom prst="rect">
            <a:avLst/>
          </a:prstGeom>
        </p:spPr>
      </p:pic>
      <p:pic>
        <p:nvPicPr>
          <p:cNvPr id="15" name="Imagen 14" descr="Texto&#10;&#10;Descripción generada automáticamente">
            <a:extLst>
              <a:ext uri="{FF2B5EF4-FFF2-40B4-BE49-F238E27FC236}">
                <a16:creationId xmlns:a16="http://schemas.microsoft.com/office/drawing/2014/main" id="{6B7960AB-999F-45CC-0787-CA88C2C86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969" y="661964"/>
            <a:ext cx="5992061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76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A2E37-E0A7-31A3-DD38-4DAA94E4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Actividad: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CFB375-2EA6-FCE4-8375-188A9245D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Archivos necesarios:</a:t>
            </a:r>
          </a:p>
          <a:p>
            <a:pPr marL="0" indent="0">
              <a:buNone/>
            </a:pPr>
            <a:endParaRPr lang="es-CL" dirty="0"/>
          </a:p>
          <a:p>
            <a:r>
              <a:rPr lang="es-CL" dirty="0"/>
              <a:t>app.py</a:t>
            </a:r>
          </a:p>
          <a:p>
            <a:r>
              <a:rPr lang="es-CL" dirty="0"/>
              <a:t>Requirements.txt</a:t>
            </a:r>
          </a:p>
          <a:p>
            <a:r>
              <a:rPr lang="es-CL" dirty="0" err="1"/>
              <a:t>Dockerfile</a:t>
            </a:r>
            <a:endParaRPr lang="es-CL" dirty="0"/>
          </a:p>
          <a:p>
            <a:r>
              <a:rPr lang="es-CL" dirty="0" err="1"/>
              <a:t>docker-compose.yml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41814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D6F8204-90C0-913B-38AE-7BBE95F76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227" y="213014"/>
            <a:ext cx="7447545" cy="643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25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119</Words>
  <Application>Microsoft Office PowerPoint</Application>
  <PresentationFormat>Panorámica</PresentationFormat>
  <Paragraphs>16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Docker</vt:lpstr>
      <vt:lpstr>🎯 Objetivos de la Clase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Actividad: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creator>DIEGO MATIAS OBANDO AGUILERA</dc:creator>
  <cp:lastModifiedBy>DIEGO MATIAS OBANDO AGUILERA</cp:lastModifiedBy>
  <cp:revision>2</cp:revision>
  <dcterms:created xsi:type="dcterms:W3CDTF">2025-09-28T07:34:23Z</dcterms:created>
  <dcterms:modified xsi:type="dcterms:W3CDTF">2025-09-28T08:26:12Z</dcterms:modified>
</cp:coreProperties>
</file>