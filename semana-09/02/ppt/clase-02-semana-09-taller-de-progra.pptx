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246844-CCD5-407C-590D-98079AD7A0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6277EFF-651A-B5E3-787C-3AD9DBE3A9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D5A867-E3A7-DE5B-ACAA-E0A647C3C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6F911-7CC6-4630-A24C-3B7B1B4502E0}" type="datetimeFigureOut">
              <a:rPr lang="es-CL" smtClean="0"/>
              <a:t>06-10-2025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C98364-2BD8-4E5A-718F-908B711BC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B14AE1-8BAF-4D19-E19A-91F044475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020FF-9765-4E92-94DC-A42572F38EC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28290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4E8FD2-E893-8908-3809-56F9FE544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57CB37-4531-5A9A-8041-B2525C43D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9EC6B44-5C23-B855-F061-5E0CB64D8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6F911-7CC6-4630-A24C-3B7B1B4502E0}" type="datetimeFigureOut">
              <a:rPr lang="es-CL" smtClean="0"/>
              <a:t>06-10-2025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BBA983-1962-AE3D-8B64-570FE8857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2D53D93-10DA-366C-E0EB-1EFA71E4B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020FF-9765-4E92-94DC-A42572F38EC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60584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A5B66C-ACD2-A392-36B9-DFC58A63F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227A81D-1086-76E7-FAA0-01962B95B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616489-8EFF-5ABE-ECF8-BEC3B334C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6F911-7CC6-4630-A24C-3B7B1B4502E0}" type="datetimeFigureOut">
              <a:rPr lang="es-CL" smtClean="0"/>
              <a:t>06-10-2025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E453B60-AFBC-EE8E-99C7-EFDCF5D1C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450C35E-35AF-DD80-5A8B-0C74DC38B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020FF-9765-4E92-94DC-A42572F38EC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96509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0A81A6-28F1-7459-5A24-7232EC634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F91C0F-6A1A-1CB6-678F-6AF751D56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90041D5-D0DD-1A0C-2BEF-64C5B3C215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EF27FA6-74EB-34BB-F208-09E48068A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6F911-7CC6-4630-A24C-3B7B1B4502E0}" type="datetimeFigureOut">
              <a:rPr lang="es-CL" smtClean="0"/>
              <a:t>06-10-2025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054FB8B-2684-2A5E-1E13-77FDDD8D6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C1F5929-942F-1F73-4E59-38F0108D4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020FF-9765-4E92-94DC-A42572F38EC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79158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ECA98A-FFB9-B34D-D4D1-29126C4F0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D1E6B0-2EA0-DEC7-F592-D3E43A7FF0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78569E5-FE50-3D35-E3AA-658FEE4FE0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D9C044C-7476-428B-BB41-353896D3FC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7A98A13-347B-B987-700B-3825FAC9C8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E7D12E7-179A-2D96-1162-0D9E671CD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6F911-7CC6-4630-A24C-3B7B1B4502E0}" type="datetimeFigureOut">
              <a:rPr lang="es-CL" smtClean="0"/>
              <a:t>06-10-2025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FB3B148-B217-DBD1-9006-AECBC4DB3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56E420D-4D62-16F5-AB56-E7D190DD5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020FF-9765-4E92-94DC-A42572F38EC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0225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F77816-9E7F-D7F3-C630-26470E58E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7A8ABF7-F3AB-5BF7-10D5-09EEC49E8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6F911-7CC6-4630-A24C-3B7B1B4502E0}" type="datetimeFigureOut">
              <a:rPr lang="es-CL" smtClean="0"/>
              <a:t>06-10-2025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9B62980-8911-CCBD-6350-D2B6BBBC1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13791C7-F434-24C9-64E9-B4BB35823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020FF-9765-4E92-94DC-A42572F38EC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63187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35CED86-CA5D-3894-12E6-03C54218F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6F911-7CC6-4630-A24C-3B7B1B4502E0}" type="datetimeFigureOut">
              <a:rPr lang="es-CL" smtClean="0"/>
              <a:t>06-10-2025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2D5099D-CFB2-0F94-58C8-62F6044A4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DA784A9-A465-60A3-3944-4C869B60E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020FF-9765-4E92-94DC-A42572F38EC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53784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EF07D7-E2FB-2D8D-B5A3-9100E3A29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5E4047-3653-CE78-2459-E7D94048B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D41549C-FFCF-A304-69D1-70E956F3C7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B0E4751-52F3-0B19-42CA-DECC442CF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6F911-7CC6-4630-A24C-3B7B1B4502E0}" type="datetimeFigureOut">
              <a:rPr lang="es-CL" smtClean="0"/>
              <a:t>06-10-2025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C428E9F-418D-6624-1102-11360D7A1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A0C6DBD-0F00-4095-54F9-7A008E22D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020FF-9765-4E92-94DC-A42572F38EC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40574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20897E-8546-D6E4-791E-BA460CD24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4569896-C43B-8C49-D58E-371E871244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09437EC-BD4E-8067-D8BE-4E63251093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62A6420-59B4-1A4E-E944-22F91F405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6F911-7CC6-4630-A24C-3B7B1B4502E0}" type="datetimeFigureOut">
              <a:rPr lang="es-CL" smtClean="0"/>
              <a:t>06-10-2025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DA28B42-EC8C-0950-E70C-B61A68052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BF03677-9CE7-C366-2DB1-97AF74744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020FF-9765-4E92-94DC-A42572F38EC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76251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0C7DBA-A4C4-DFFA-C1AB-3962BA5F1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379D067-5FF6-EA7F-8718-F3DECE544F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6F68947-91AC-D598-A7F8-B2F417EA4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6F911-7CC6-4630-A24C-3B7B1B4502E0}" type="datetimeFigureOut">
              <a:rPr lang="es-CL" smtClean="0"/>
              <a:t>06-10-2025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C74B7F-F7EA-0AD9-4BFE-AF244854A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B90D02-418F-CA1F-1DDD-443E476B7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020FF-9765-4E92-94DC-A42572F38EC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69500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B0282B-D746-7F2F-C7E0-ED433BD195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6B085A2-3EB8-8A88-D701-B6C72B2EB7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0EA93D-C1B3-2B26-15D6-C4A2767C3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6F911-7CC6-4630-A24C-3B7B1B4502E0}" type="datetimeFigureOut">
              <a:rPr lang="es-CL" smtClean="0"/>
              <a:t>06-10-2025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410EB5F-DA6B-E35D-FD97-2F0F12C99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D1D5C8-AF44-5EE9-03DB-35F41D5EE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020FF-9765-4E92-94DC-A42572F38EC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8007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2DEE67E-247F-5411-50A9-83F0B4BC0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E911676-6D63-79FA-453D-F5DDEDCB92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157881B-14BD-348F-613B-B722CB7B83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86F911-7CC6-4630-A24C-3B7B1B4502E0}" type="datetimeFigureOut">
              <a:rPr lang="es-CL" smtClean="0"/>
              <a:t>06-10-2025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00444F-E5EE-2C48-E061-374E5D247D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7B27D0-20DD-74CB-750E-B8082DAB43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F020FF-9765-4E92-94DC-A42572F38EC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41142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6E15E0E-E889-90A9-DDB9-1ACA5B92DE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s-CL" sz="4800"/>
              <a:t>React Native con Expo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176BF50-26F0-9954-7F45-72E1771053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1" y="4872922"/>
            <a:ext cx="3933306" cy="1208141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s-ES" sz="1300" b="0" i="0">
                <a:effectLst/>
                <a:latin typeface="-apple-system"/>
              </a:rPr>
              <a:t>Unidad 03: Programación de interfaces gráficas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sz="1300" b="0" i="0">
                <a:effectLst/>
                <a:latin typeface="-apple-system"/>
              </a:rPr>
              <a:t>Fecha: Martes 07 de Octubre, 2025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sz="1300" b="0" i="0">
                <a:effectLst/>
                <a:latin typeface="-apple-system"/>
              </a:rPr>
              <a:t>Horario: 10:50 - 13:30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sz="1300" b="0" i="0">
                <a:effectLst/>
                <a:latin typeface="-apple-system"/>
              </a:rPr>
              <a:t>Docente: Diego Obando</a:t>
            </a:r>
          </a:p>
          <a:p>
            <a:pPr algn="l"/>
            <a:endParaRPr lang="es-CL" sz="13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14FE6DA9-4E8E-D233-F864-C46540CE68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43112" y="625684"/>
            <a:ext cx="5951323" cy="545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739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9300703E-06B1-ED7D-1687-353DE2753D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992" y="1195075"/>
            <a:ext cx="11222016" cy="446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057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A713F940-7979-5C96-1BA5-D9F959AE12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57" y="1177973"/>
            <a:ext cx="9916686" cy="4502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825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F5194E4F-D1B9-2348-95A2-9853C7D92A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084" y="801794"/>
            <a:ext cx="11709832" cy="525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665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&#10;&#10;Descripción generada automáticamente con confianza media">
            <a:extLst>
              <a:ext uri="{FF2B5EF4-FFF2-40B4-BE49-F238E27FC236}">
                <a16:creationId xmlns:a16="http://schemas.microsoft.com/office/drawing/2014/main" id="{0BD2631B-6726-F6E7-635C-5425ED1470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619" y="1670435"/>
            <a:ext cx="10268762" cy="351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621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B9ED71AD-217B-C28D-A0CD-CEDFD433BC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91" y="1747603"/>
            <a:ext cx="11946017" cy="336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70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56254D14-5D77-F2BC-B9CC-B28C31042A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732" y="513892"/>
            <a:ext cx="9468535" cy="5830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624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EA57FD85-B4A7-7524-0EFD-EAC864B5EE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05" y="313963"/>
            <a:ext cx="8607190" cy="6230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743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67C6E80C-6A0B-4848-B683-86DA1291D5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772" y="329747"/>
            <a:ext cx="9164456" cy="619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444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7D7E0D3B-A4A0-E9ED-7C33-A566F53B51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081" y="1002065"/>
            <a:ext cx="7653637" cy="4853870"/>
          </a:xfrm>
          <a:prstGeom prst="rect">
            <a:avLst/>
          </a:prstGeom>
        </p:spPr>
      </p:pic>
      <p:pic>
        <p:nvPicPr>
          <p:cNvPr id="6" name="Imagen 5" descr="Texto&#10;&#10;Descripción generada automáticamente">
            <a:extLst>
              <a:ext uri="{FF2B5EF4-FFF2-40B4-BE49-F238E27FC236}">
                <a16:creationId xmlns:a16="http://schemas.microsoft.com/office/drawing/2014/main" id="{09F44E4D-BD35-3EDE-2FD4-6702E456C2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718" y="119576"/>
            <a:ext cx="3455963" cy="661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85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F0F8EF98-04F0-0075-6FDF-4D6A5062D5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8603" y="168739"/>
            <a:ext cx="8574793" cy="6520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449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, Correo electrónico, Teams&#10;&#10;Descripción generada automáticamente">
            <a:extLst>
              <a:ext uri="{FF2B5EF4-FFF2-40B4-BE49-F238E27FC236}">
                <a16:creationId xmlns:a16="http://schemas.microsoft.com/office/drawing/2014/main" id="{1B6C2AF6-3E30-9C23-BF00-BC081D27F5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93" y="1336985"/>
            <a:ext cx="10204613" cy="418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2333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4CD13F69-2C55-EC92-A062-1320169C99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5139" y="1391317"/>
            <a:ext cx="8681722" cy="4075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2627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5D87BD8C-E027-81E8-F47A-65A5BC74A5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9252" y="1113063"/>
            <a:ext cx="8853495" cy="4631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6894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, Correo electrónico, Sitio web&#10;&#10;Descripción generada automáticamente">
            <a:extLst>
              <a:ext uri="{FF2B5EF4-FFF2-40B4-BE49-F238E27FC236}">
                <a16:creationId xmlns:a16="http://schemas.microsoft.com/office/drawing/2014/main" id="{407D7DE3-2B12-86F8-8DB2-98D6CEDD0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257" y="1908558"/>
            <a:ext cx="9493486" cy="3040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9204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D88D01BC-1D99-5F5E-CEE5-AF189D51A0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6587" y="757875"/>
            <a:ext cx="8618826" cy="5342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2294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Texto&#10;&#10;Descripción generada automáticamente">
            <a:extLst>
              <a:ext uri="{FF2B5EF4-FFF2-40B4-BE49-F238E27FC236}">
                <a16:creationId xmlns:a16="http://schemas.microsoft.com/office/drawing/2014/main" id="{5C82DEC5-3D5E-B325-C966-0FE99EA88E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0912" y="140003"/>
            <a:ext cx="5910176" cy="657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0217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A9C39156-43DB-1F88-2F54-5DB34561BD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7896" y="1220638"/>
            <a:ext cx="7736208" cy="4416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0869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E4C7D623-1187-5E38-0E13-18358A4ACD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9873" y="1206683"/>
            <a:ext cx="7432253" cy="4444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7900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4C5283A7-A9DD-AC45-0264-2E7AD91DAD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4590" y="0"/>
            <a:ext cx="84828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0420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A8C8E643-1072-EAFA-6167-380B84CC3F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150" y="2214837"/>
            <a:ext cx="11773700" cy="242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2170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4C598238-4B86-4F15-A2A7-AAD6FAFA59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8226" y="799153"/>
            <a:ext cx="8495548" cy="525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6033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Texto&#10;&#10;Descripción generada automáticamente">
            <a:extLst>
              <a:ext uri="{FF2B5EF4-FFF2-40B4-BE49-F238E27FC236}">
                <a16:creationId xmlns:a16="http://schemas.microsoft.com/office/drawing/2014/main" id="{13C65E9D-0E0B-E426-0E9E-38C5C6D357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1142" y="662338"/>
            <a:ext cx="7069715" cy="5533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3109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2F35114A-B1F0-4A18-2651-2610C6F3ED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938" y="378335"/>
            <a:ext cx="9006123" cy="6101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5015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C2CE3365-E6E4-4FA4-CBBE-0226B49A15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6403" y="685940"/>
            <a:ext cx="7779194" cy="548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179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0C10C16B-E398-F7E1-E866-13404BEAEB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187" y="1515545"/>
            <a:ext cx="10337626" cy="3826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6263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C94D2478-619D-86F4-F7BF-B2E4880203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870" y="346814"/>
            <a:ext cx="9988259" cy="6164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406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75684E9F-AEE3-718A-57D0-1AAFB42EBD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537" y="891136"/>
            <a:ext cx="11098926" cy="5075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9735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arta&#10;&#10;Descripción generada automáticamente">
            <a:extLst>
              <a:ext uri="{FF2B5EF4-FFF2-40B4-BE49-F238E27FC236}">
                <a16:creationId xmlns:a16="http://schemas.microsoft.com/office/drawing/2014/main" id="{1E6B2958-B542-A2FA-12B9-2FB095374C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271" y="1525293"/>
            <a:ext cx="10323458" cy="3807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0789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F964FE7E-A70A-5BD6-200B-D9984B30A3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927" y="405347"/>
            <a:ext cx="9814145" cy="6047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7167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57200353-0FB4-C185-DFA3-88A7E0026B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758" y="794851"/>
            <a:ext cx="10176484" cy="5268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9067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8BAD96C0-4634-0151-BDBA-97BF87DBD9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378" y="488447"/>
            <a:ext cx="9723243" cy="588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3260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23AD3B90-0258-7646-BD79-3F6A8225D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716" y="846729"/>
            <a:ext cx="9028568" cy="5164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0209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6E2BED45-DF87-6BD6-871F-1F27F61686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9546" y="128752"/>
            <a:ext cx="7472908" cy="6600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1457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3B0D51CA-183E-E4B9-7ACD-F9F7495E5A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8907" y="204757"/>
            <a:ext cx="7494186" cy="6448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9464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9356720A-DFD1-93A6-6146-2427A7DD4D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196" y="245772"/>
            <a:ext cx="10147608" cy="6366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2069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36CE27ED-4B14-C114-B56B-4116E6705B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450" y="1392094"/>
            <a:ext cx="9835099" cy="407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4094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&#10;&#10;Descripción generada automáticamente con confianza media">
            <a:extLst>
              <a:ext uri="{FF2B5EF4-FFF2-40B4-BE49-F238E27FC236}">
                <a16:creationId xmlns:a16="http://schemas.microsoft.com/office/drawing/2014/main" id="{EEA2078C-5DC0-7573-9D61-A63E295A02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869" y="57365"/>
            <a:ext cx="7758261" cy="6743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1218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7C697505-A30C-7B71-7E76-163AF36011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7029" y="22213"/>
            <a:ext cx="7537941" cy="6813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7473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abla&#10;&#10;Descripción generada automáticamente">
            <a:extLst>
              <a:ext uri="{FF2B5EF4-FFF2-40B4-BE49-F238E27FC236}">
                <a16:creationId xmlns:a16="http://schemas.microsoft.com/office/drawing/2014/main" id="{D6BA44C1-B678-B258-357A-85A0175361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1645" y="518955"/>
            <a:ext cx="8868709" cy="5820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6854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519B7162-0975-C566-F244-25EC380D55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6787" y="719786"/>
            <a:ext cx="9638426" cy="5418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8374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abla&#10;&#10;Descripción generada automáticamente">
            <a:extLst>
              <a:ext uri="{FF2B5EF4-FFF2-40B4-BE49-F238E27FC236}">
                <a16:creationId xmlns:a16="http://schemas.microsoft.com/office/drawing/2014/main" id="{C228BD3F-1C96-DE5A-ABE0-0BE15B6015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354" y="1175813"/>
            <a:ext cx="10173291" cy="4506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424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6461AAC3-DFA8-4ECB-2CE4-C9C5C4F304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716" y="944303"/>
            <a:ext cx="9504567" cy="4969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042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 con confianza media">
            <a:extLst>
              <a:ext uri="{FF2B5EF4-FFF2-40B4-BE49-F238E27FC236}">
                <a16:creationId xmlns:a16="http://schemas.microsoft.com/office/drawing/2014/main" id="{FB553C87-EFE9-4B97-A40E-18C1664078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5438" y="227232"/>
            <a:ext cx="8561123" cy="6403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2180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Descripción generada automáticamente">
            <a:extLst>
              <a:ext uri="{FF2B5EF4-FFF2-40B4-BE49-F238E27FC236}">
                <a16:creationId xmlns:a16="http://schemas.microsoft.com/office/drawing/2014/main" id="{958D8C64-26F3-D972-E75F-24F0DA8EA0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8171" y="1706567"/>
            <a:ext cx="9355657" cy="3444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3074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Escala de tiempo&#10;&#10;Descripción generada automáticamente con confianza baja">
            <a:extLst>
              <a:ext uri="{FF2B5EF4-FFF2-40B4-BE49-F238E27FC236}">
                <a16:creationId xmlns:a16="http://schemas.microsoft.com/office/drawing/2014/main" id="{0CA36C11-667C-EF6A-A34C-78FA1218A2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4782" y="779018"/>
            <a:ext cx="8782436" cy="5299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04587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5BA56687-29D2-A628-62D6-1B632378E2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7407" y="-3517"/>
            <a:ext cx="76171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87414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05650889-AC84-0FB2-DD07-B138597A07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345" y="1909113"/>
            <a:ext cx="9199310" cy="3039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3256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527614D4-C195-C69B-CAAB-E708FC2D40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0542" y="59566"/>
            <a:ext cx="7510915" cy="673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73014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BAB1BC35-DFCA-D16B-8280-A56B2E52FE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714" y="353418"/>
            <a:ext cx="8702571" cy="615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8587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Diagrama&#10;&#10;Descripción generada automáticamente">
            <a:extLst>
              <a:ext uri="{FF2B5EF4-FFF2-40B4-BE49-F238E27FC236}">
                <a16:creationId xmlns:a16="http://schemas.microsoft.com/office/drawing/2014/main" id="{630F5E59-4767-E6AB-85CB-434CE1C84F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799" y="252594"/>
            <a:ext cx="10088402" cy="6352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10948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abla&#10;&#10;Descripción generada automáticamente">
            <a:extLst>
              <a:ext uri="{FF2B5EF4-FFF2-40B4-BE49-F238E27FC236}">
                <a16:creationId xmlns:a16="http://schemas.microsoft.com/office/drawing/2014/main" id="{AD97A869-3DD7-A56F-A436-48A0C52515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964" y="1654342"/>
            <a:ext cx="9118072" cy="3549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23671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1F8833A3-856A-95D4-DFB3-859A15541F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3749" y="158261"/>
            <a:ext cx="7284501" cy="654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16470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DDA3B9D7-C5F8-ABC7-B357-A998C33914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956" y="1463401"/>
            <a:ext cx="10394087" cy="3931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49802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abla&#10;&#10;Descripción generada automáticamente con confianza media">
            <a:extLst>
              <a:ext uri="{FF2B5EF4-FFF2-40B4-BE49-F238E27FC236}">
                <a16:creationId xmlns:a16="http://schemas.microsoft.com/office/drawing/2014/main" id="{B271CA43-B0D8-6134-7777-F3AFFE8691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9926" y="211839"/>
            <a:ext cx="6892147" cy="643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1458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28</Words>
  <Application>Microsoft Office PowerPoint</Application>
  <PresentationFormat>Panorámica</PresentationFormat>
  <Paragraphs>5</Paragraphs>
  <Slides>55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55</vt:i4>
      </vt:variant>
    </vt:vector>
  </HeadingPairs>
  <TitlesOfParts>
    <vt:vector size="60" baseType="lpstr">
      <vt:lpstr>-apple-system</vt:lpstr>
      <vt:lpstr>Arial</vt:lpstr>
      <vt:lpstr>Calibri</vt:lpstr>
      <vt:lpstr>Calibri Light</vt:lpstr>
      <vt:lpstr>Tema de Office</vt:lpstr>
      <vt:lpstr>React Native con Expo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 Native con Expo</dc:title>
  <dc:creator>DIEGO MATIAS OBANDO AGUILERA</dc:creator>
  <cp:lastModifiedBy>DIEGO MATIAS OBANDO AGUILERA</cp:lastModifiedBy>
  <cp:revision>1</cp:revision>
  <dcterms:created xsi:type="dcterms:W3CDTF">2025-10-07T02:17:26Z</dcterms:created>
  <dcterms:modified xsi:type="dcterms:W3CDTF">2025-10-07T03:05:35Z</dcterms:modified>
</cp:coreProperties>
</file>