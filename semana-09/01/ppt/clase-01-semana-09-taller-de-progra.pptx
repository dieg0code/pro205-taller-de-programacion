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C5819-299C-0A05-D730-FCB55218E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C9B135-19E7-F5A2-88BA-2A47B3E5F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0FC919-E7E2-B006-1F99-8A46A2D2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D758A-8325-0BA0-9EC1-377D4C80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52C571-A608-7FB3-502A-DB27197C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507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B9FF4-1070-9DA5-1AA0-E6287C47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3194A7-8814-1339-C08F-F3E790DF7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56921A-BCA3-E0D6-823B-71101D7C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9DA12B-5972-B727-1836-CFB171806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6D1F8-C2BE-2B8F-C2A1-E695D46E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867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A6BF4-45A4-8411-8E59-0C6E8C3A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FC956B-E6A0-1AC9-4CFA-D412A4BDF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F7F2E1-6278-E2F8-EB08-67ED22D1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75C5F0-F60B-0560-577F-CAB7824B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FED3E6-A3FC-A88D-27E2-93EA4D94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057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4F7BF-952B-DCF9-F86C-B4C47FCC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849732-5241-1829-A9E7-3FB97AC9D3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189D79-A6EB-C1E6-747D-01EF5FFD2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BF1E89-7435-C724-7C33-B1C36A8A6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1921BC-D718-6C12-D607-B927AF56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50810F-D6B6-B4A1-71A0-921B4087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654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75B2B-965B-C7A0-82BE-08CD88E73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EA9B0-5488-D1B7-55A5-7BA586BE6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A72AEF-5A52-05A8-7728-286829F4E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CD7DD-A0A2-2147-D3BC-67F976543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DD9109-5AB4-D522-EC96-11886DDD8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6E65E5-0B68-A629-6F97-4D0ED5EB6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DB16C5D-C2E2-285E-F925-812803CA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E4137C-1D02-4E50-5F37-FA6015C1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09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0CBF8-0622-09FD-7FD0-32445707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3E91DA-B967-7A42-A808-8ACEFCA3C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0E3CF3-26E0-6141-F76C-8209BF3C7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8D155A0-7736-B1B0-4920-7A6E1E606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121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2FE736-5436-8B65-1516-6D6BA307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DDAD1A-CB25-0A26-A4FC-D7120731E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2785AB-11FA-0B99-9828-345713EF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5978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D33B4-F499-7C3A-2BF9-BB3359D5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1E7E6A-DD77-9CE8-325C-625F12147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F408FE-D8E8-8B7B-5522-AE636FA7A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336D5F-0C38-1F8F-86A0-26C7CF56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1A93CB-1C5B-9D80-A9A6-C0F368AC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29944E-7E6E-9227-5C06-D5D5C0E4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628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50815-4B26-4F33-8741-779E77ADC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56290C-DD7E-86B5-77BB-63AAD75DB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E50C4A-2456-8E18-AD65-979FFCAE4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590ABD-3952-20DA-7C0C-F460F832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82544D-6A15-5EF5-4E43-88D9A0FB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141EDC-C678-3E58-5B03-645AD4CB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24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F258A-709F-F221-5D4C-F500D006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47112D-4417-FDD8-B475-4F66E7D41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60841C-C0E0-61B9-7F14-634057AB7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2B9AD9-AB92-561A-8F80-842D0426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23EBB4-5DF5-E60A-7EE6-BB44B110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643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B02990-5C14-E945-3C72-87ACE57D9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3FECCC-B820-4171-52B2-194EF280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B9396A-7F95-3A22-A6F3-E523F00B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8A31A-650F-D2C1-8BC0-0B1FB3154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A8F345-E3E7-85C2-AEDF-939E4142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589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6EC70-ECC8-9DBA-DF4A-D78C6CD15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182CA6-D487-9449-71AF-3C4E4AA6B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732FCE-3408-E5A9-0B51-234C79166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9A0C3-B2B3-4583-84EC-AD39CCF2069D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FC0CD2-20ED-85E5-51CC-3D59CF7FF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51A26C-1F79-DFDC-E1E4-AF754A2AA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F4633-7C88-4A07-94B5-EF42306A38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9158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6C05C-97FA-F663-011D-3E0AC72BB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694" y="1570973"/>
            <a:ext cx="3020058" cy="78662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React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368A47-EB68-0C1B-EB4A-76AFB0AC3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744" y="4303561"/>
            <a:ext cx="5416256" cy="19669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Unidad 03: Programación de interfaces </a:t>
            </a:r>
            <a:r>
              <a:rPr lang="en-US" sz="2000" dirty="0" err="1"/>
              <a:t>gráficas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Fecha</a:t>
            </a:r>
            <a:r>
              <a:rPr lang="en-US" sz="2000" dirty="0"/>
              <a:t>: Lunes 06 de </a:t>
            </a:r>
            <a:r>
              <a:rPr lang="en-US" sz="2000" dirty="0" err="1"/>
              <a:t>Octubre</a:t>
            </a:r>
            <a:r>
              <a:rPr lang="en-US" sz="2000" dirty="0"/>
              <a:t>, 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Horario</a:t>
            </a:r>
            <a:r>
              <a:rPr lang="en-US" sz="2000" dirty="0"/>
              <a:t>: 10:50 - 13:30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Docente</a:t>
            </a:r>
            <a:r>
              <a:rPr lang="en-US" sz="2000" dirty="0"/>
              <a:t>: Diego Obando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A79BFCE-9FEB-C845-1717-E6D99C8F6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8019" y="1570973"/>
            <a:ext cx="4273463" cy="3716054"/>
          </a:xfrm>
          <a:prstGeom prst="rect">
            <a:avLst/>
          </a:prstGeom>
        </p:spPr>
      </p:pic>
      <p:grpSp>
        <p:nvGrpSpPr>
          <p:cNvPr id="22" name="Group 9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035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527EED-DAB2-F299-0F34-11C6288FB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📚 Introducción a React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427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5A357458-50B9-709D-82F5-EC9A32B28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43516"/>
            <a:ext cx="10905066" cy="477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8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Diagrama&#10;&#10;Descripción generada automáticamente">
            <a:extLst>
              <a:ext uri="{FF2B5EF4-FFF2-40B4-BE49-F238E27FC236}">
                <a16:creationId xmlns:a16="http://schemas.microsoft.com/office/drawing/2014/main" id="{44910932-259C-F873-E199-EC40EF791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76" y="1204602"/>
            <a:ext cx="11826647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41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EFEDBAD-69F5-8846-5410-72347E61C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95" y="1417486"/>
            <a:ext cx="11125409" cy="402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43CF3A3-60D5-59D9-EDF0-30FAC9991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0" y="685417"/>
            <a:ext cx="12054719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67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F80EAB03-AE3D-6F69-2D04-F4904A037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9" y="561575"/>
            <a:ext cx="11984122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16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21EAB9D9-F29C-6C48-5151-F5E4175BB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28" y="2357288"/>
            <a:ext cx="11955543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9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01E85F5C-39AE-9B63-562D-97ECEAEC8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210" y="194569"/>
            <a:ext cx="9297580" cy="646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26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639A61A2-C2AB-B3C3-6C3B-D8D0BE723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28" y="985496"/>
            <a:ext cx="11593543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82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0B919174-CD90-46F8-23FD-9C8AED85C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26" y="1150807"/>
            <a:ext cx="10998548" cy="455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40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030C1B-A514-4289-A274-27CAE08BF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🔧 Configuración del Entorno de Desarrollo</a:t>
            </a:r>
          </a:p>
        </p:txBody>
      </p:sp>
      <p:pic>
        <p:nvPicPr>
          <p:cNvPr id="6" name="Graphic 5" descr="Engranajes">
            <a:extLst>
              <a:ext uri="{FF2B5EF4-FFF2-40B4-BE49-F238E27FC236}">
                <a16:creationId xmlns:a16="http://schemas.microsoft.com/office/drawing/2014/main" id="{CE3DE8EB-AF32-9DB1-F6A6-B3A7D9533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Engranajes">
            <a:extLst>
              <a:ext uri="{FF2B5EF4-FFF2-40B4-BE49-F238E27FC236}">
                <a16:creationId xmlns:a16="http://schemas.microsoft.com/office/drawing/2014/main" id="{CAC21A3A-5208-4336-9E93-6EF743879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14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968E4E7D-C720-341E-ADD2-D0A69D19C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585" y="511943"/>
            <a:ext cx="8586830" cy="583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94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92C1FD7-1FC5-51FD-0815-D955866A3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0" y="1119765"/>
            <a:ext cx="10988360" cy="461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4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FE5E3F24-610A-BC43-CBF8-209AC8BD4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39" y="1838103"/>
            <a:ext cx="11622122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95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0D208F8-E05A-0727-3037-9432D1F1C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908" y="1255486"/>
            <a:ext cx="9082183" cy="434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53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Diagrama&#10;&#10;Descripción generada automáticamente con confianza media">
            <a:extLst>
              <a:ext uri="{FF2B5EF4-FFF2-40B4-BE49-F238E27FC236}">
                <a16:creationId xmlns:a16="http://schemas.microsoft.com/office/drawing/2014/main" id="{53BE7E87-6D94-957F-AF76-2DD265A6F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05" y="708448"/>
            <a:ext cx="11120189" cy="544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40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A2C1724-E79A-80C4-EE68-34DD83C1E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096" y="179983"/>
            <a:ext cx="7037807" cy="649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37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trón de fondo&#10;&#10;Descripción generada automáticamente">
            <a:extLst>
              <a:ext uri="{FF2B5EF4-FFF2-40B4-BE49-F238E27FC236}">
                <a16:creationId xmlns:a16="http://schemas.microsoft.com/office/drawing/2014/main" id="{1A05D9CC-7BDD-FC27-DE9A-85828554A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91" y="2171524"/>
            <a:ext cx="11584017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16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A2FAD280-F382-7E2C-1B14-7C40C8B09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81" y="1499918"/>
            <a:ext cx="11193437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63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8E00BED9-2CCA-3C59-FD2B-210B0D192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638" y="1498763"/>
            <a:ext cx="9784723" cy="38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04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FC32CCDF-6C5D-4FE2-0B19-CF644C08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518" y="178590"/>
            <a:ext cx="6968964" cy="650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63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E34C6E7A-E3DF-D827-FAC7-9781C5D46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988" y="534046"/>
            <a:ext cx="8100024" cy="578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76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53304DBB-6A1D-CA20-C11B-5372441B1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204" y="101460"/>
            <a:ext cx="4781591" cy="66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175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7E4A2E7-3AB5-4892-0A17-02DA537B9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16" y="506154"/>
            <a:ext cx="8620167" cy="584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35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4B15EF5-135A-9713-3D2B-709B68A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349" y="1011616"/>
            <a:ext cx="9637301" cy="483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16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hat o mensaje de texto, Correo electrónico&#10;&#10;Descripción generada automáticamente">
            <a:extLst>
              <a:ext uri="{FF2B5EF4-FFF2-40B4-BE49-F238E27FC236}">
                <a16:creationId xmlns:a16="http://schemas.microsoft.com/office/drawing/2014/main" id="{E9E03C3F-1845-5086-C1ED-69A83D1B0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797" y="644011"/>
            <a:ext cx="9546405" cy="556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087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85AA2A5A-5666-8343-C698-9A2EB20B9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307" y="995674"/>
            <a:ext cx="8253385" cy="486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85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, Escala de tiempo&#10;&#10;Descripción generada automáticamente">
            <a:extLst>
              <a:ext uri="{FF2B5EF4-FFF2-40B4-BE49-F238E27FC236}">
                <a16:creationId xmlns:a16="http://schemas.microsoft.com/office/drawing/2014/main" id="{65A17810-843E-3AF2-DCE5-339C44986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247" y="257598"/>
            <a:ext cx="9443506" cy="634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54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0A3AFABC-097E-1049-5B33-28643F2FD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12" y="277237"/>
            <a:ext cx="8096375" cy="630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31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ADEB0D-D073-A57C-941C-C6EC9720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Properties (Props) en React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7651D53-7BA9-4325-1D42-E2E17AB32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1930" y="625684"/>
            <a:ext cx="6273687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21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946D166-FDD5-486E-1B96-552F8C7AC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0" y="2159781"/>
            <a:ext cx="11761099" cy="253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58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ED08155-5086-D443-551E-C92B2431C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14" y="1656941"/>
            <a:ext cx="11287571" cy="354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92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0F558EF-EC57-E0B8-25B4-CC61C9EFB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39" y="447256"/>
            <a:ext cx="8811521" cy="596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46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5202708-D94B-CF55-CDE2-E3233AD17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200" y="548456"/>
            <a:ext cx="7787599" cy="576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83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049B5AC8-B32C-719A-42D8-6255FF2EE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51" y="497322"/>
            <a:ext cx="10528698" cy="586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25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63E36AD-EE4D-B892-15EA-1370EC257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86" y="164420"/>
            <a:ext cx="7305427" cy="652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885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B59DCDF2-71B7-AFE0-49E7-D27AEEC42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78" y="1171435"/>
            <a:ext cx="10202043" cy="451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483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92CEF71-917E-117E-3EA0-4EADDE811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229" y="737666"/>
            <a:ext cx="9903542" cy="538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98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32F9553-264C-63DB-F982-E33243C41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44" y="1070058"/>
            <a:ext cx="10360311" cy="471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9165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, Teams&#10;&#10;Descripción generada automáticamente">
            <a:extLst>
              <a:ext uri="{FF2B5EF4-FFF2-40B4-BE49-F238E27FC236}">
                <a16:creationId xmlns:a16="http://schemas.microsoft.com/office/drawing/2014/main" id="{D8E27F72-F52C-DF35-F983-BDE59FA14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202" y="836998"/>
            <a:ext cx="9117595" cy="518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295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Gráfico, Diagrama&#10;&#10;Descripción generada automáticamente">
            <a:extLst>
              <a:ext uri="{FF2B5EF4-FFF2-40B4-BE49-F238E27FC236}">
                <a16:creationId xmlns:a16="http://schemas.microsoft.com/office/drawing/2014/main" id="{02261F45-A621-2112-9CE8-8875CFD33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0" y="1855218"/>
            <a:ext cx="12072299" cy="314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582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B85BC3B7-754C-EB6D-0F0A-1FDF3C738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064" y="92651"/>
            <a:ext cx="7753871" cy="667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705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CFEB1BEB-1749-7D86-5891-CD4CBC92F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271" y="1"/>
            <a:ext cx="8559458" cy="6857999"/>
          </a:xfrm>
        </p:spPr>
      </p:pic>
    </p:spTree>
    <p:extLst>
      <p:ext uri="{BB962C8B-B14F-4D97-AF65-F5344CB8AC3E}">
        <p14:creationId xmlns:p14="http://schemas.microsoft.com/office/powerpoint/2010/main" val="23652070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D3F612B1-5BE9-D57F-6B59-072B39676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765" y="953054"/>
            <a:ext cx="9684470" cy="495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97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abla&#10;&#10;Descripción generada automáticamente">
            <a:extLst>
              <a:ext uri="{FF2B5EF4-FFF2-40B4-BE49-F238E27FC236}">
                <a16:creationId xmlns:a16="http://schemas.microsoft.com/office/drawing/2014/main" id="{8B5CDD54-C5AA-B41F-89FE-FAF0B2E4C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30" y="1597263"/>
            <a:ext cx="10831139" cy="366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555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D57A2461-62D1-1EE0-6EE8-F1DFB6B12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145" y="515295"/>
            <a:ext cx="9027709" cy="582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7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495CA1E-7885-6F13-D3D4-CB50A89AE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22" y="541927"/>
            <a:ext cx="8948556" cy="577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311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2294328-542F-E3C0-0B6B-570F7A094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67" y="632563"/>
            <a:ext cx="8889865" cy="559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2017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, Texto&#10;&#10;Descripción generada automáticamente">
            <a:extLst>
              <a:ext uri="{FF2B5EF4-FFF2-40B4-BE49-F238E27FC236}">
                <a16:creationId xmlns:a16="http://schemas.microsoft.com/office/drawing/2014/main" id="{B6365EF5-7C2E-6030-816E-F7C8E89A5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10" y="811881"/>
            <a:ext cx="10160580" cy="523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867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28E438-4854-81FA-6DAD-71E40A11F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51" y="1122363"/>
            <a:ext cx="11034695" cy="3174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Hooks en React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055244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CE122FA0-F479-8C44-145C-AA247706E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2" y="423443"/>
            <a:ext cx="11974596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319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3C454F12-A7B1-ED76-1DEE-91A314192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4" y="1809524"/>
            <a:ext cx="11936491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691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5E3A63E8-D0B7-2B67-D3DE-7532BD8F5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520" y="714201"/>
            <a:ext cx="8894959" cy="542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467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609BD110-206F-1084-6E04-7E91F57E2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0" y="1571366"/>
            <a:ext cx="1186028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519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03878DF-65E2-D8B2-86BB-8926717F0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730" y="806562"/>
            <a:ext cx="9774540" cy="52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581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A0CFFE4-90C1-854E-177E-C37CB7F5C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75" y="767462"/>
            <a:ext cx="8866850" cy="532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813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E44A934F-3353-ED66-2848-F9ED8495B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240" y="807059"/>
            <a:ext cx="9723520" cy="524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356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955BB12-3206-5BCF-64C1-29DF44987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932" y="701721"/>
            <a:ext cx="8990135" cy="545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609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7BC6FD04-DD00-6C18-48E2-939B6D650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89" y="396493"/>
            <a:ext cx="10891622" cy="606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613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98B2034-E235-5721-8A10-2EEC64176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13" y="733650"/>
            <a:ext cx="10332174" cy="539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769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B5AC740-D168-B9CD-52AC-E84A2CD30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404" y="365954"/>
            <a:ext cx="7885191" cy="612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618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888E929-FAF6-7A5D-0D34-3BF7005DF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811" y="439731"/>
            <a:ext cx="8292378" cy="597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174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CE36A321-6F0D-03D7-6FC3-320C0E15E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231" y="0"/>
            <a:ext cx="84755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131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30A813DC-B934-04DE-507A-E4AF41B61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26" y="150445"/>
            <a:ext cx="5233374" cy="6557110"/>
          </a:xfrm>
          <a:prstGeom prst="rect">
            <a:avLst/>
          </a:prstGeom>
        </p:spPr>
      </p:pic>
      <p:pic>
        <p:nvPicPr>
          <p:cNvPr id="7" name="Imagen 6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62D23E0-612C-43B1-8392-3D1CBD424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649" y="2147708"/>
            <a:ext cx="4458322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558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3FA06606-9D47-601B-C1A9-FA8EE179E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3706"/>
            <a:ext cx="12192000" cy="553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018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1CA9AAD-10AE-54B4-310D-B888D60B9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630" y="1237653"/>
            <a:ext cx="8734739" cy="438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693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F2169D5-6F82-8EDC-0454-FC0AD07D2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312" y="1575750"/>
            <a:ext cx="9133376" cy="37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591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Descripción generada automáticamente con confianza baja">
            <a:extLst>
              <a:ext uri="{FF2B5EF4-FFF2-40B4-BE49-F238E27FC236}">
                <a16:creationId xmlns:a16="http://schemas.microsoft.com/office/drawing/2014/main" id="{3402782D-509F-357B-22A8-68551C7EC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586" y="1547282"/>
            <a:ext cx="9188828" cy="376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434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B243E4B9-20C3-E64B-720A-31AA41DCE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577" y="152884"/>
            <a:ext cx="6772845" cy="655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484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abla&#10;&#10;Descripción generada automáticamente">
            <a:extLst>
              <a:ext uri="{FF2B5EF4-FFF2-40B4-BE49-F238E27FC236}">
                <a16:creationId xmlns:a16="http://schemas.microsoft.com/office/drawing/2014/main" id="{993CA13E-35AD-A508-6B2D-434D80FE5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5" y="1659546"/>
            <a:ext cx="11201409" cy="353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327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BC16629-B054-2332-8355-C3276139F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37" y="205663"/>
            <a:ext cx="6365326" cy="644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411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528B9CF-3321-15F0-14C6-D6873AC33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931" y="565086"/>
            <a:ext cx="9392137" cy="57278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45C142A-0188-21B8-BCEC-74E5B45A7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362" y="709612"/>
            <a:ext cx="715327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212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45C142A-0188-21B8-BCEC-74E5B45A7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797" y="214215"/>
            <a:ext cx="8456405" cy="642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853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4F227AC5-1E9E-B07F-1190-4ED64424B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18" y="2366814"/>
            <a:ext cx="11745964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086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1DCB4E-6F8C-0958-194F-9F0E1F197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98" y="1106034"/>
            <a:ext cx="501907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5400"/>
            </a:br>
            <a:r>
              <a:rPr lang="en-US" sz="5400"/>
              <a:t>🗄️ Manejo de Estado Global: Redux y Zustand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8D42073-642A-5F86-996B-7CBA10B5A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9858" y="3175320"/>
            <a:ext cx="2743200" cy="27432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4AA21A6D-D633-7AFD-18AC-C34F1C6B5E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246" y="771988"/>
            <a:ext cx="4708833" cy="125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562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7127828E-6E80-C616-6C25-9910BDA31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95" y="222935"/>
            <a:ext cx="10056809" cy="641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826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B0EC2093-346C-DB04-B41D-7198B915D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67" y="1329324"/>
            <a:ext cx="11491466" cy="419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841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A52A416-A92D-27D1-3C95-59512CABE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42" y="820937"/>
            <a:ext cx="10556116" cy="521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914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960C6F39-7E6C-1199-96DF-C9ADFFCBA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97" y="790206"/>
            <a:ext cx="11688806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3765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Gráfico, Gráfico en cascada&#10;&#10;Descripción generada automáticamente">
            <a:extLst>
              <a:ext uri="{FF2B5EF4-FFF2-40B4-BE49-F238E27FC236}">
                <a16:creationId xmlns:a16="http://schemas.microsoft.com/office/drawing/2014/main" id="{5D017D09-3AE5-000D-D766-EA07E40AD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64" y="502549"/>
            <a:ext cx="9509671" cy="585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10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104D4032-A67E-1F6D-8E44-B4C1E1370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4" y="1776182"/>
            <a:ext cx="11936491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80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8B4AFA0-0E05-9403-8410-5C9C3E634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039" y="764915"/>
            <a:ext cx="9401922" cy="532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84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Gráfico, Gráfico radial&#10;&#10;Descripción generada automáticamente">
            <a:extLst>
              <a:ext uri="{FF2B5EF4-FFF2-40B4-BE49-F238E27FC236}">
                <a16:creationId xmlns:a16="http://schemas.microsoft.com/office/drawing/2014/main" id="{33257929-7EFA-4E97-E5BC-0CCE851AB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890"/>
            <a:ext cx="12192000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351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FEE59E7-C02D-54B6-A978-AC89F15ED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316" y="212243"/>
            <a:ext cx="7811367" cy="643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3471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0ADF5F43-58BE-14A0-52B0-2AEBAF8A3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34" y="547285"/>
            <a:ext cx="10974332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791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54</Words>
  <Application>Microsoft Office PowerPoint</Application>
  <PresentationFormat>Panorámica</PresentationFormat>
  <Paragraphs>10</Paragraphs>
  <Slides>86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86</vt:i4>
      </vt:variant>
    </vt:vector>
  </HeadingPairs>
  <TitlesOfParts>
    <vt:vector size="90" baseType="lpstr">
      <vt:lpstr>Arial</vt:lpstr>
      <vt:lpstr>Calibri</vt:lpstr>
      <vt:lpstr>Calibri Light</vt:lpstr>
      <vt:lpstr>Tema de Office</vt:lpstr>
      <vt:lpstr>React</vt:lpstr>
      <vt:lpstr>📚 Introducción a React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🔧 Configuración del Entorno de Desarrollo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Properties (Props) en React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Hooks en React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🗄️ Manejo de Estado Global: Redux y Zustand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</dc:title>
  <dc:creator>DIEGO MATIAS OBANDO AGUILERA</dc:creator>
  <cp:lastModifiedBy>DIEGO MATIAS OBANDO AGUILERA</cp:lastModifiedBy>
  <cp:revision>4</cp:revision>
  <dcterms:created xsi:type="dcterms:W3CDTF">2025-10-06T01:34:54Z</dcterms:created>
  <dcterms:modified xsi:type="dcterms:W3CDTF">2025-10-06T03:03:08Z</dcterms:modified>
</cp:coreProperties>
</file>